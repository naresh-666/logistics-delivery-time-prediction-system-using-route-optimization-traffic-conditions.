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dhabi" panose="01000000000000000000" pitchFamily="2" charset="-78"/>
      <p:regular r:id="rId13"/>
    </p:embeddedFont>
    <p:embeddedFont>
      <p:font typeface="Brygada 1918 Bold" panose="020B0604020202020204" charset="0"/>
      <p:regular r:id="rId14"/>
    </p:embeddedFont>
    <p:embeddedFont>
      <p:font typeface="Montserrat Bold" panose="020B0604020202020204" charset="0"/>
      <p:regular r:id="rId15"/>
    </p:embeddedFont>
    <p:embeddedFont>
      <p:font typeface="Montserrat Medium" panose="000006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3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505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2142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243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129830"/>
            <a:ext cx="6371073" cy="11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Logistics Delivery Time Prediction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4368" y="3586659"/>
            <a:ext cx="6371073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Predict delivery durations more accurately by combining route optimization, real-time traffic, weather, and historical delivery records. Designed for courier, e-commerce, and supply chain teams to improve on-time performance and operational efficiency.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4A4AA5-E7B7-A57A-9231-26D364D0D5C3}"/>
              </a:ext>
            </a:extLst>
          </p:cNvPr>
          <p:cNvSpPr txBox="1"/>
          <p:nvPr/>
        </p:nvSpPr>
        <p:spPr>
          <a:xfrm>
            <a:off x="1112808" y="5727940"/>
            <a:ext cx="26363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>
                <a:solidFill>
                  <a:srgbClr val="FFB393"/>
                </a:solidFill>
                <a:cs typeface="Aldhabi" panose="01000000000000000000" pitchFamily="2" charset="-78"/>
              </a:rPr>
              <a:t>Mr. POLIMERA NARESH</a:t>
            </a:r>
          </a:p>
          <a:p>
            <a:r>
              <a:rPr lang="en-IN" sz="2000" dirty="0">
                <a:solidFill>
                  <a:srgbClr val="FFB393"/>
                </a:solidFill>
                <a:cs typeface="Aldhabi" panose="01000000000000000000" pitchFamily="2" charset="-78"/>
              </a:rPr>
              <a:t>324129510044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343944"/>
            <a:ext cx="6371073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1 — Executive Summary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087291"/>
            <a:ext cx="6371073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Problem: Static schedules and averages fail under dynamic conditions. Solution: A unified prediction system that uses route optimization, traffic feeds, weather data, vehicle status, and historical records to generate accurate delivery time estimates and actionable route plans.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948458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2 — Business Objectives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781002"/>
            <a:ext cx="1014685" cy="627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61992" y="2781002"/>
            <a:ext cx="2261337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Improve On-Time Delivery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61992" y="3482677"/>
            <a:ext cx="2261337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Reduce late deliveries and SLA breaches through more accurate ETAs and proactive rerouting.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268" y="2781002"/>
            <a:ext cx="1014685" cy="6270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583892" y="2781002"/>
            <a:ext cx="2261436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Optimize Fleet Utilization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583892" y="3482677"/>
            <a:ext cx="2261436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Maximize vehicle productivity and minimize idle time with demand-aware routing and dispatching.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8267" y="2781002"/>
            <a:ext cx="1014685" cy="6270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891" y="2781002"/>
            <a:ext cx="2261436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Data-Driven Decisions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891" y="3482677"/>
            <a:ext cx="2261436" cy="1426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Centralized analytics and dashboards enable continuous improvement and strategic planning.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296095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3 — Key Inputs &amp; Data Sources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2634357"/>
            <a:ext cx="4116086" cy="23324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1966" y="2199977"/>
            <a:ext cx="7001295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Essential inputs: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81966" y="2645866"/>
            <a:ext cx="6391710" cy="202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GPS route geometry and distance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Real-time traffic feeds (speed, incidents)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Historical delivery records and timestamps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Weather conditions and forecasts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Vehicle availability, load, and driver schedules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Delivery priority and time windows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81966" y="4830564"/>
            <a:ext cx="6391710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These data sources feed feature engineering and model retraining pipelines.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2391370"/>
            <a:ext cx="6371073" cy="9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4 — System Architecture Overview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610471"/>
            <a:ext cx="6371073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Data ingestion → feature store → model training (regression/ensemble) → route optimizer → prediction API → interactive dashboard. Scalable cloud-native design supports batch and streaming data.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1343620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5 — Modeling Approach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54" y="2287687"/>
            <a:ext cx="5098228" cy="3025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50592" y="4603555"/>
            <a:ext cx="1267297" cy="26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2653451" y="4473349"/>
            <a:ext cx="1267296" cy="52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30270" y="4473349"/>
            <a:ext cx="1267297" cy="520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19779" y="2641302"/>
            <a:ext cx="5253898" cy="2318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Techniques: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Gradient boosting, random forests, quantile regression for uncertainty, and meta-model ensembles.</a:t>
            </a:r>
            <a:endParaRPr lang="en-US" sz="14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Features: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route segments, rolling traffic averages, weather flags, driver performance metrics, temporal encodings (hour, weekday, holiday).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Metrics: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MAE, RMSE, 90th percentile error, and calibration of predicted windows.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964406"/>
            <a:ext cx="6371073" cy="9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6 — Route Optimization &amp; Real-Time Adjustments</a:t>
            </a:r>
            <a:endParaRPr lang="en-US" sz="2950" dirty="0"/>
          </a:p>
        </p:txBody>
      </p:sp>
      <p:sp>
        <p:nvSpPr>
          <p:cNvPr id="4" name="Shape 1"/>
          <p:cNvSpPr/>
          <p:nvPr/>
        </p:nvSpPr>
        <p:spPr>
          <a:xfrm>
            <a:off x="624368" y="2183507"/>
            <a:ext cx="3096341" cy="2199878"/>
          </a:xfrm>
          <a:prstGeom prst="roundRect">
            <a:avLst>
              <a:gd name="adj" fmla="val 121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802759" y="2361902"/>
            <a:ext cx="2739560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Constrained Optimization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02759" y="3063577"/>
            <a:ext cx="2739560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Respect time windows, capacities, and driver shifts while minimizing total travel time.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99100" y="2183507"/>
            <a:ext cx="3096341" cy="2199878"/>
          </a:xfrm>
          <a:prstGeom prst="roundRect">
            <a:avLst>
              <a:gd name="adj" fmla="val 1217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077491" y="2361902"/>
            <a:ext cx="2739560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Dynamic Replanning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77491" y="2766219"/>
            <a:ext cx="2739560" cy="1141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Realtime traffic and incident feeds trigger rapid route recomputation with minimal disruption.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4368" y="4561780"/>
            <a:ext cx="6371073" cy="1331813"/>
          </a:xfrm>
          <a:prstGeom prst="roundRect">
            <a:avLst>
              <a:gd name="adj" fmla="val 2009"/>
            </a:avLst>
          </a:prstGeom>
          <a:solidFill>
            <a:srgbClr val="4D152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02759" y="4740176"/>
            <a:ext cx="6014292" cy="297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Predictive Buffers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02759" y="5144492"/>
            <a:ext cx="6014292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quantile predictions to add data-driven slack to schedules and improve on-time rates.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884337"/>
            <a:ext cx="10942959" cy="47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7 — Dashboards &amp; Operational UX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68" y="1828403"/>
            <a:ext cx="6960616" cy="39444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26497" y="2137569"/>
            <a:ext cx="3547180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4CAB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Views:</a:t>
            </a: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Live route monitoring, delivery risk alerts, fleet KPIs, and historical trend analysis.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026497" y="3154164"/>
            <a:ext cx="3547180" cy="2407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Manager view: SLA compliance, hotspots, and fleet health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Dispatcher view: Re-route suggestions, manual overrides, and ETA confidence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Customer-facing: Estimated delivery windows and proactive notifications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68" y="1800622"/>
            <a:ext cx="6371073" cy="951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8 — Security, Scalability, and Integration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24368" y="3019723"/>
            <a:ext cx="6371073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Delivered as a secure, multi-tenant service or on-premises deployment. Key considerations: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4368" y="3791148"/>
            <a:ext cx="6371073" cy="1266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Encryption at rest and in transit; role-based access control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API-first design for WMS/TMS and telematics integration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Autoscaling pipelines for peak delivery periods and batch reprocessing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368" y="585887"/>
            <a:ext cx="10942959" cy="423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Slide 9 — Business Impact &amp; Next Steps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368" y="1735435"/>
            <a:ext cx="2568114" cy="21812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13078" y="1854597"/>
            <a:ext cx="19059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02263" y="2370931"/>
            <a:ext cx="2212324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Pilot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02263" y="2777133"/>
            <a:ext cx="2212324" cy="96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Run a 6–8 week pilot on a targeted region to collect training data and baseline performance.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3964" y="1735435"/>
            <a:ext cx="2568114" cy="21812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22674" y="1854597"/>
            <a:ext cx="19059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511859" y="2370931"/>
            <a:ext cx="2212324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Scale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511859" y="2777133"/>
            <a:ext cx="2212324" cy="961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Iterate models and expand to regional fleets; integrate with customer notifications.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368" y="4058146"/>
            <a:ext cx="5277710" cy="170041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67876" y="4177308"/>
            <a:ext cx="190594" cy="2383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802263" y="4693642"/>
            <a:ext cx="4921921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Optimize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02263" y="5099844"/>
            <a:ext cx="4921921" cy="480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4CAB8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Continuous improvement via A/B testing of routing strategies and model variants.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967" y="1381026"/>
            <a:ext cx="5277710" cy="2990751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95967" y="4930477"/>
            <a:ext cx="5277710" cy="814784"/>
          </a:xfrm>
          <a:prstGeom prst="roundRect">
            <a:avLst>
              <a:gd name="adj" fmla="val 2925"/>
            </a:avLst>
          </a:prstGeom>
          <a:solidFill>
            <a:srgbClr val="802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4812" y="5144095"/>
            <a:ext cx="198532" cy="15884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12189" y="5097463"/>
            <a:ext cx="4602643" cy="480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Next steps: define pilot metrics, secure data feed access, and allocate engineering &amp; operations resources.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562</Words>
  <Application>Microsoft Office PowerPoint</Application>
  <PresentationFormat>Widescreen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Aldhabi</vt:lpstr>
      <vt:lpstr>Arial</vt:lpstr>
      <vt:lpstr>Montserrat Bold</vt:lpstr>
      <vt:lpstr>Brygada 1918 Bold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Elijah Casper</dc:creator>
  <cp:lastModifiedBy>Elijah Casper</cp:lastModifiedBy>
  <cp:revision>2</cp:revision>
  <dcterms:created xsi:type="dcterms:W3CDTF">2026-09-30T15:01:47Z</dcterms:created>
  <dcterms:modified xsi:type="dcterms:W3CDTF">2026-10-05T05:37:59Z</dcterms:modified>
</cp:coreProperties>
</file>